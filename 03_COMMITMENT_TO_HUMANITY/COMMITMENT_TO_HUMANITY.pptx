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EMBY | Category: SOCIAL_MEDIA</a:t>
            </a:r>
          </a:p>
          <a:p>
            <a:r>
              <a:rPr sz="1400"/>
              <a:t>Upstream: https://github.com/MediaBrowser/Emby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EMBY.</a:t>
            </a:r>
          </a:p>
          <a:p>
            <a:r>
              <a:rPr sz="1400"/>
              <a:t>Media server with social/sharing features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EMBY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